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8</TotalTime>
  <Words>720</Words>
  <Application>Microsoft Office PowerPoint</Application>
  <PresentationFormat>사용자 지정</PresentationFormat>
  <Paragraphs>207</Paragraphs>
  <Slides>10</Slides>
  <Notes>10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1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ASSIST Graduate School (벤처 스타트업 과제)</Company>
  <LinksUpToDate>false</LinksUpToDate>
  <SharedDoc>false</SharedDoc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Voyna — GPS 기반 여행 인증 배지 앱</dc:title>
  <dc:subject>Voyna 사업 발표</dc:subject>
  <dc:creator>AlexSong0674</dc:creator>
  <cp:lastModifiedBy>Windows User</cp:lastModifiedBy>
  <cp:revision>2</cp:revision>
  <dcterms:created xsi:type="dcterms:W3CDTF">2026-05-15T02:27:40Z</dcterms:created>
  <dcterms:modified xsi:type="dcterms:W3CDTF">2026-05-15T05:31:43Z</dcterms:modified>
</cp:coreProperties>
</file>

<file path=ppt\_rels\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2ABF2C-BB13-4314-88D1-97E874B35935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763C54-798F-4D6C-AB14-CA34E50E22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079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_rels\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\notesSlides\_rels\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\notesSlides\_rels\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\notesSlides\_rels\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\notesSlides\_rels\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\notesSlides\_rels\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notesSlides\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\slides\_rels\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\slides\_rels\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\slides\_rels\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\slides\_rels\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\slides\_rels\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\slides\_rels\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\slides\_rels\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280160" cy="1280160"/>
          </a:xfrm>
          <a:prstGeom prst="rect">
            <a:avLst/>
          </a:prstGeom>
          <a:solidFill>
            <a:srgbClr val="2A5CDC"/>
          </a:solidFill>
          <a:ln/>
          <a:effectLst>
            <a:outerShdw blurRad="304800" dist="508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486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188720" y="411480"/>
            <a:ext cx="182880" cy="18288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5" name="Text 3"/>
          <p:cNvSpPr/>
          <p:nvPr/>
        </p:nvSpPr>
        <p:spPr>
          <a:xfrm>
            <a:off x="2377440" y="10058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-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377440" y="1874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6B8F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보이나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발걸음이 기록이 되고,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추억이 된다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6B8F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기반 여행 인증 배지 앱 · 사업 발표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0" y="6263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ko-KR" altLang="en-US" sz="1200" i="1" dirty="0" smtClean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</a:t>
            </a:r>
            <a:r>
              <a:rPr lang="en-US" sz="1200" i="1" dirty="0" smtClean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2026.05 · ASSIST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6309360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6199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Voyage + Navigation</a:t>
            </a:r>
            <a:endParaRPr lang="en-US" sz="1100" dirty="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463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여행이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1097280" y="2468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게임이 된다면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097280" y="3474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어떨까요?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6400800" y="53035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P.S. 저도 처음엔 의심했습니다.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막상 만들어 보니, 이게 의외로 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766560" y="4160520"/>
            <a:ext cx="164592" cy="164592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</a:t>
            </a:r>
            <a:r>
              <a:rPr lang="en-US" sz="900" dirty="0" err="1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알토대학원</a:t>
            </a: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00" dirty="0" smtClean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ASSIST New </a:t>
            </a: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벤처 스타트업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ko-KR" altLang="en-US" sz="900" dirty="0" smtClean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</a:t>
            </a:r>
            <a:r>
              <a:rPr lang="en-US" sz="900" dirty="0" smtClean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2026-05</a:t>
            </a:r>
            <a:endParaRPr lang="en-US" sz="900" dirty="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74320"/>
            <a:ext cx="1828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0" b="1" dirty="0">
                <a:solidFill>
                  <a:srgbClr val="FFF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1371600" y="1645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기반으로 여행지를 방문하면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71600" y="2331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인증 배지를 획득하는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게이미피케이션 여행 앱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371600" y="457200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2700">
            <a:solidFill>
              <a:srgbClr val="2A5C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457200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FF6D5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457200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3E8F8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E44A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"보이나" : 발견·인지의 이중 의미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작동하나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 흐름 — 사용자는 그냥 여행만 다니면 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2940" y="20116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7340" y="1627632"/>
            <a:ext cx="777240" cy="777240"/>
          </a:xfrm>
          <a:prstGeom prst="ellipse">
            <a:avLst/>
          </a:prstGeom>
          <a:solidFill>
            <a:srgbClr val="2A5CD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77340" y="16276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582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출발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582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켜기 또는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동작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06140" y="20116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0540" y="1627632"/>
            <a:ext cx="777240" cy="777240"/>
          </a:xfrm>
          <a:prstGeom prst="ellipse">
            <a:avLst/>
          </a:prstGeom>
          <a:solidFill>
            <a:srgbClr val="D4A01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20540" y="16276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8902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명소 진입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8902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반경 50~500m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감지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9340" y="20116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63740" y="1627632"/>
            <a:ext cx="777240" cy="777240"/>
          </a:xfrm>
          <a:prstGeom prst="ellipse">
            <a:avLst/>
          </a:prstGeom>
          <a:solidFill>
            <a:srgbClr val="2A5CD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63740" y="16276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3222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획득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3222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등급별 모달 + XP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레벨업 · 칭호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92540" y="20116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06940" y="1627632"/>
            <a:ext cx="777240" cy="777240"/>
          </a:xfrm>
          <a:prstGeom prst="ellipse">
            <a:avLst/>
          </a:prstGeom>
          <a:solidFill>
            <a:srgbClr val="2A5CD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06940" y="16276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75420" y="2560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 성장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075420" y="3291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명소 추천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동기부여 사이클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177540" y="3246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920740" y="3246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663940" y="3246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강의실에서는 GPS 대신 '텔레포트' 데모 모드로 시연합니다.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(MVP)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3152" cy="1554480"/>
          </a:xfrm>
          <a:prstGeom prst="rect">
            <a:avLst/>
          </a:prstGeom>
          <a:solidFill>
            <a:srgbClr val="2A5CDC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37160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 자동 인증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50~500m 진입 시 자동 트리거, 배터리 효율 최적화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371600"/>
            <a:ext cx="73152" cy="1554480"/>
          </a:xfrm>
          <a:prstGeom prst="rect">
            <a:avLst/>
          </a:prstGeom>
          <a:solidFill>
            <a:srgbClr val="2A5CDC"/>
          </a:solidFill>
          <a:ln/>
        </p:spPr>
      </p:sp>
      <p:sp>
        <p:nvSpPr>
          <p:cNvPr id="9" name="Shape 7"/>
          <p:cNvSpPr/>
          <p:nvPr/>
        </p:nvSpPr>
        <p:spPr>
          <a:xfrm>
            <a:off x="4507992" y="137160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4등급 배지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· 희귀 · 특별 · 프리미어 + 시즌 한정 변형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321040" y="1371600"/>
            <a:ext cx="73152" cy="1554480"/>
          </a:xfrm>
          <a:prstGeom prst="rect">
            <a:avLst/>
          </a:prstGeom>
          <a:solidFill>
            <a:srgbClr val="2A5CDC"/>
          </a:solidFill>
          <a:ln/>
        </p:spPr>
      </p:sp>
      <p:sp>
        <p:nvSpPr>
          <p:cNvPr id="14" name="Shape 12"/>
          <p:cNvSpPr/>
          <p:nvPr/>
        </p:nvSpPr>
        <p:spPr>
          <a:xfrm>
            <a:off x="8394192" y="137160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4964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&amp; 칭호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4964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Lv1~99 + 8종 칭호 (동네 탐험가 → 전설의 여행자)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54680"/>
            <a:ext cx="73152" cy="1554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15468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291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/ 확인 이원화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일반은 토스트, 특별은 풀스크린 모달로 소장 가치 강화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34840" y="3154680"/>
            <a:ext cx="73152" cy="1554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07992" y="315468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3291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기반 추천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634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 · 연계 · 희소성 · 시즌 기반 다음 명소 제안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21040" y="3154680"/>
            <a:ext cx="73152" cy="15544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9" name="Shape 27"/>
          <p:cNvSpPr/>
          <p:nvPr/>
        </p:nvSpPr>
        <p:spPr>
          <a:xfrm>
            <a:off x="8394192" y="3154680"/>
            <a:ext cx="3584448" cy="155448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49640" y="3291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4964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시크릿 배지 (V1.1+)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5496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??? 로 노출되는 발견의 즐거움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데모에서는 1~5번을 직접 확인하실 수 있습니다.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246120" y="59436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46120" y="5943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09160" y="59436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1A3A8C"/>
          </a:solidFill>
          <a:ln/>
        </p:spPr>
      </p:sp>
      <p:sp>
        <p:nvSpPr>
          <p:cNvPr id="37" name="Text 35"/>
          <p:cNvSpPr/>
          <p:nvPr/>
        </p:nvSpPr>
        <p:spPr>
          <a:xfrm>
            <a:off x="4709160" y="5943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탐험 맵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72200" y="59436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5943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35240" y="5943600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/>
        </p:spPr>
      </p:sp>
      <p:sp>
        <p:nvSpPr>
          <p:cNvPr id="41" name="Text 39"/>
          <p:cNvSpPr/>
          <p:nvPr/>
        </p:nvSpPr>
        <p:spPr>
          <a:xfrm>
            <a:off x="7635240" y="5943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더보기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A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지금, 데모를 보여드립니다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알토 수업 발표용 웹 데모 · 3일 만에 직접 만들었습니다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943600" cy="5029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B8F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alexsong0674.github.io/Voyna-Demo/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292608" cy="29260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32004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— 본인 계정으로 즉시 시작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703320"/>
            <a:ext cx="292608" cy="29260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657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탐험 맵 진입 — 카카오맵 + 서울 명소 31개 마커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4114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✈️ 텔레포트 → "ASSIST 강의실" 선택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292608" cy="29260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특별 배지 (금색) 자동 획득 + 레벨업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292608" cy="29260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컬렉션 — 9개 사진 배지 + 회색 자물쇠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0" y="1737360"/>
            <a:ext cx="3840480" cy="4572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254000" dist="762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955280" y="1920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휴대폰으로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접속</a:t>
            </a:r>
            <a:endParaRPr lang="en-US" sz="1600" dirty="0"/>
          </a:p>
        </p:txBody>
      </p:sp>
      <p:pic>
        <p:nvPicPr>
          <p:cNvPr id="24" name="Image 0" descr="C:\Users\송 하 준\Documents\알토대학원\수업과제\벤처 스타트업\기획서\.claude\worktrees\hungry-austin-6b4740\Voyna_라이브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697480"/>
            <a:ext cx="3017520" cy="30175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955280" y="5806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앱으로 스캔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 ASSIST New 벤처 스타트업 발표</a:t>
            </a:r>
            <a:endParaRPr lang="en-US" sz="900" dirty="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블루오션 — 직접 경쟁사 없음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영역 사례와 Voyna의 위치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03120" cy="594360"/>
          </a:xfrm>
          <a:prstGeom prst="rect">
            <a:avLst/>
          </a:prstGeom>
          <a:solidFill>
            <a:srgbClr val="1A3A8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51760" y="1828800"/>
            <a:ext cx="2560320" cy="594360"/>
          </a:xfrm>
          <a:prstGeom prst="rect">
            <a:avLst/>
          </a:prstGeom>
          <a:solidFill>
            <a:srgbClr val="1A3A8C"/>
          </a:solidFill>
          <a:ln/>
        </p:spPr>
      </p:sp>
      <p:sp>
        <p:nvSpPr>
          <p:cNvPr id="7" name="Text 5"/>
          <p:cNvSpPr/>
          <p:nvPr/>
        </p:nvSpPr>
        <p:spPr>
          <a:xfrm>
            <a:off x="2788920" y="1828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212080" y="1828800"/>
            <a:ext cx="3931920" cy="594360"/>
          </a:xfrm>
          <a:prstGeom prst="rect">
            <a:avLst/>
          </a:prstGeom>
          <a:solidFill>
            <a:srgbClr val="1A3A8C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18288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0" y="1828800"/>
            <a:ext cx="3017520" cy="594360"/>
          </a:xfrm>
          <a:prstGeom prst="rect">
            <a:avLst/>
          </a:prstGeom>
          <a:solidFill>
            <a:srgbClr val="1A3A8C"/>
          </a:solidFill>
          <a:ln/>
        </p:spPr>
      </p:sp>
      <p:sp>
        <p:nvSpPr>
          <p:cNvPr id="11" name="Text 9"/>
          <p:cNvSpPr/>
          <p:nvPr/>
        </p:nvSpPr>
        <p:spPr>
          <a:xfrm>
            <a:off x="9281160" y="18288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Voyna와의 차이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231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포켓몬GO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51760" y="24231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88920" y="2423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GPS+수집 게임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12080" y="2423160"/>
            <a:ext cx="39319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9240" y="24231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전용, 여행 가이드 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0" y="242316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1160" y="24231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여행 → 자산화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017520"/>
            <a:ext cx="21031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0175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트랭글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51760" y="3017520"/>
            <a:ext cx="25603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 GPS 인증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212080" y="3017520"/>
            <a:ext cx="39319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49240" y="30175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등산 한정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144000" y="3017520"/>
            <a:ext cx="30175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8116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전체로 확장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대항해시대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51760" y="36118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88920" y="36118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탐험 RPG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212080" y="3611880"/>
            <a:ext cx="39319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49240" y="36118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세계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144000" y="361188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81160" y="36118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실재 명소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4206240"/>
            <a:ext cx="21031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2062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Foursquare/Swarm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51760" y="4206240"/>
            <a:ext cx="25603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88920" y="42062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체크인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212080" y="4206240"/>
            <a:ext cx="39319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UX 노후, 게임화 약함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144000" y="4206240"/>
            <a:ext cx="3017520" cy="59436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281160" y="4206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풀게임화 + 컬렉션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4800600"/>
            <a:ext cx="21031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" y="48006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KTO 도장투어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651760" y="480060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88920" y="4800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스탬프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212080" y="4800600"/>
            <a:ext cx="39319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48006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단발 이벤트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44000" y="480060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81160" y="48006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운영 + 통합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6D5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강점: 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 전체 게임화 · 자동/확인 이원화 · B2B 가맹 배지 · 글로벌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 smtClean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모델 로드맵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5단계로 나눠 점진적으로 매출을 확장한다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0"/>
            <a:ext cx="11064240" cy="3657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1389888" cy="457200"/>
          </a:xfrm>
          <a:prstGeom prst="roundRect">
            <a:avLst>
              <a:gd name="adj" fmla="val 16000"/>
            </a:avLst>
          </a:prstGeom>
          <a:solidFill>
            <a:srgbClr val="D1D5D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· 0~4개월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490472" y="3721608"/>
            <a:ext cx="237744" cy="237744"/>
          </a:xfrm>
          <a:prstGeom prst="ellipse">
            <a:avLst/>
          </a:prstGeom>
          <a:solidFill>
            <a:srgbClr val="D1D5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1605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MAU 3,000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452628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(확보)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828800"/>
            <a:ext cx="1389888" cy="457200"/>
          </a:xfrm>
          <a:prstGeom prst="roundRect">
            <a:avLst>
              <a:gd name="adj" fmla="val 16000"/>
            </a:avLst>
          </a:prstGeom>
          <a:solidFill>
            <a:srgbClr val="6B8FE8"/>
          </a:solidFill>
          <a:ln/>
        </p:spPr>
      </p:sp>
      <p:sp>
        <p:nvSpPr>
          <p:cNvPr id="11" name="Text 9"/>
          <p:cNvSpPr/>
          <p:nvPr/>
        </p:nvSpPr>
        <p:spPr>
          <a:xfrm>
            <a:off x="3154680" y="1828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P1.5 · 4~6개월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30752" y="3721608"/>
            <a:ext cx="237744" cy="237744"/>
          </a:xfrm>
          <a:prstGeom prst="ellipse">
            <a:avLst/>
          </a:prstGeom>
          <a:solidFill>
            <a:srgbClr val="6B8FE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41605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도입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452628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50~150만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1828800"/>
            <a:ext cx="1389888" cy="457200"/>
          </a:xfrm>
          <a:prstGeom prst="roundRect">
            <a:avLst>
              <a:gd name="adj" fmla="val 16000"/>
            </a:avLst>
          </a:prstGeom>
          <a:solidFill>
            <a:srgbClr val="2A5CD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828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· 6~12개월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71032" y="3721608"/>
            <a:ext cx="237744" cy="237744"/>
          </a:xfrm>
          <a:prstGeom prst="ellipse">
            <a:avLst/>
          </a:prstGeom>
          <a:solidFill>
            <a:srgbClr val="2A5CD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605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전환 5%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0" y="452628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Voyna+ 2,900원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35240" y="1828800"/>
            <a:ext cx="1389888" cy="457200"/>
          </a:xfrm>
          <a:prstGeom prst="roundRect">
            <a:avLst>
              <a:gd name="adj" fmla="val 16000"/>
            </a:avLst>
          </a:prstGeom>
          <a:solidFill>
            <a:srgbClr val="1A3A8C"/>
          </a:solidFill>
          <a:ln/>
        </p:spPr>
      </p:sp>
      <p:sp>
        <p:nvSpPr>
          <p:cNvPr id="21" name="Text 19"/>
          <p:cNvSpPr/>
          <p:nvPr/>
        </p:nvSpPr>
        <p:spPr>
          <a:xfrm>
            <a:off x="7635240" y="1828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 · 12~24개월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11312" y="3721608"/>
            <a:ext cx="237744" cy="237744"/>
          </a:xfrm>
          <a:prstGeom prst="ellipse">
            <a:avLst/>
          </a:prstGeom>
          <a:solidFill>
            <a:srgbClr val="1A3A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41605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+ 굿즈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69480" y="452628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MRR 500만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875520" y="1828800"/>
            <a:ext cx="1389888" cy="457200"/>
          </a:xfrm>
          <a:prstGeom prst="roundRect">
            <a:avLst>
              <a:gd name="adj" fmla="val 16000"/>
            </a:avLst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0" y="182880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 · 24개월+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451592" y="3721608"/>
            <a:ext cx="237744" cy="237744"/>
          </a:xfrm>
          <a:prstGeom prst="ellipse">
            <a:avLst/>
          </a:prstGeom>
          <a:solidFill>
            <a:srgbClr val="D4A0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09760" y="41605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진출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509760" y="452628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인바운드 + 커미션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목표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040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MAU 3,000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0040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 3개월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03504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MAU 10,000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03504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 6개월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69680" y="5440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MRR 500만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869680" y="5806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 12개월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상황 (2026.05 기준)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93776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9476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기획서 v2.0 작성 (15 섹션)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23591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알토 수업 데모 웹 앱 라이브 출시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2770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30곳 명소 좌표 · 메타데이터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3182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ASSIST 강의실 좌표 등록 (시연 핵심)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593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9곳 실사 배지 이미지 큐레이션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4005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Firebase Google OAuth (redirect)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44165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JS SDK + 도메인 화이트리스트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48280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자동 배포 파이프라인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5239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시연 스크립트 (5분 30초 동선)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1280160"/>
            <a:ext cx="5440680" cy="493776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417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마일스톤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0800" y="19659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20840" y="19293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도메인·상표권 출원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2084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voyna.app / voyna.co.kr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26060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20840" y="25694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 Developer 계정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$99/년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32461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20840" y="3209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FlutterFlow + Supabase MVP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20840" y="3520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12주 일정 착수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3886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20840" y="384962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50명 베타 모집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2084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D-30 시점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20840" y="44897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출시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20840" y="4800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D-90 (12주차)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51663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C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720840" y="51297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시크릿 배지 모드 (V1.1+)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20840" y="5440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동기부여 곡선 다층화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Voyna · 알토대학원 ASSIST New 벤처 스타트업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229600" y="6492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 하 준 / 2026-05</a:t>
            </a:r>
            <a:endParaRPr lang="en-US" sz="900" dirty="0"/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"발걸음이 자산이 되는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여행 방식, Voyna."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질문은 언제든 환영합니다.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BF24"/>
                </a:solidFill>
              </a:rPr>
              <a:t>데모 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alexsong0674.github.io/Voyna-Demo/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BF24"/>
                </a:solidFill>
              </a:rPr>
              <a:t>기획 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github.com/송 하 준/test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 err="1">
                <a:solidFill>
                  <a:srgbClr val="FBBF24"/>
                </a:solidFill>
              </a:rPr>
              <a:t>연락</a:t>
            </a:r>
            <a:r>
              <a:rPr lang="en-US" sz="1200" b="1" kern="0" spc="200" dirty="0">
                <a:solidFill>
                  <a:srgbClr val="FBBF24"/>
                </a:solidFill>
              </a:rPr>
              <a:t> 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junioppa@</a:t>
            </a:r>
            <a:r>
              <a:rPr lang="en-US" sz="1400" dirty="0" smtClean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412480" y="320040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254000" dist="762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10" name="Image 0" descr="C:\Users\송 하 준\Documents\알토대학원\수업과제\벤처 스타트업\기획서\.claude\worktrees\hungry-austin-6b4740\Voyna_라이브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383280"/>
            <a:ext cx="2834640" cy="2834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0" y="6446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체험해 보세요 →</a:t>
            </a:r>
            <a:endParaRPr lang="en-US" sz="1200" dirty="0"/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\theme\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