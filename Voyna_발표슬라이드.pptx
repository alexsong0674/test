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0" cy="1280160"/>
          </a:xfrm>
          <a:prstGeom prst="rect">
            <a:avLst/>
          </a:prstGeom>
          <a:solidFill>
            <a:srgbClr val="2A5CDC"/>
          </a:solidFill>
          <a:ln/>
          <a:effectLst>
            <a:outerShdw sx="100000" sy="100000" kx="0" ky="0" algn="bl" rotWithShape="0" blurRad="304800" dist="508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1188720" y="411480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1005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37744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8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발걸음이 기록이 되고,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추억이 된다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8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기반 여행 인증 배지 앱 · 사업 발표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0" y="6263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· 2026.05 · ASSIST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630936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6199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Voyage + Navigation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여행이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09728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게임이 된다면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어떨까요?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0" y="5303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P.S. 저도 처음엔 의심했습니다.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막상 만들어 보니, 이게 의외로 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66560" y="4160520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알토대학원 ASSIST 벤처 스타트업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/ 2026-05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FFF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기반으로 여행지를 방문하면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331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인증 배지를 획득하는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게이미피케이션 여행 앱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371600" y="4572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2A5C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인증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4572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6D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4572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3E8F8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컬렉션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5486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"보이나" : 발견·인지의 이중 의미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알토대학원 ASSIST 벤처 스타트업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/ 2026-05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작동하나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 흐름 — 사용자는 그냥 여행만 다니면 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2940" y="20116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627632"/>
            <a:ext cx="777240" cy="777240"/>
          </a:xfrm>
          <a:prstGeom prst="ellipse">
            <a:avLst/>
          </a:prstGeom>
          <a:solidFill>
            <a:srgbClr val="2A5CD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16276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58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출발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582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켜기 또는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동작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6140" y="20116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0540" y="1627632"/>
            <a:ext cx="777240" cy="777240"/>
          </a:xfrm>
          <a:prstGeom prst="ellipse">
            <a:avLst/>
          </a:prstGeom>
          <a:solidFill>
            <a:srgbClr val="D4A01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0540" y="16276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90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명소 진입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902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반경 50~500m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감지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49340" y="20116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63740" y="1627632"/>
            <a:ext cx="777240" cy="777240"/>
          </a:xfrm>
          <a:prstGeom prst="ellipse">
            <a:avLst/>
          </a:prstGeom>
          <a:solidFill>
            <a:srgbClr val="2A5CD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3740" y="16276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22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획득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3222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모달 + XP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레벨업 · 칭호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92540" y="20116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06940" y="1627632"/>
            <a:ext cx="777240" cy="777240"/>
          </a:xfrm>
          <a:prstGeom prst="ellipse">
            <a:avLst/>
          </a:prstGeom>
          <a:solidFill>
            <a:srgbClr val="2A5CD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6940" y="16276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754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컬렉션 성장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7542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명소 추천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동기부여 사이클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7754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92074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6394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강의실에서는 GPS 대신 '텔레포트' 데모 모드로 시연합니다.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알토대학원 ASSIST 벤처 스타트업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/ 2026-05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(MVP)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" cy="1554480"/>
          </a:xfrm>
          <a:prstGeom prst="rect">
            <a:avLst/>
          </a:prstGeom>
          <a:solidFill>
            <a:srgbClr val="2A5CDC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371600"/>
            <a:ext cx="3584448" cy="1554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자동 인증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50~500m 진입 시 자동 트리거, 배터리 효율 최적화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73152" cy="1554480"/>
          </a:xfrm>
          <a:prstGeom prst="rect">
            <a:avLst/>
          </a:prstGeom>
          <a:solidFill>
            <a:srgbClr val="2A5CDC"/>
          </a:solidFill>
          <a:ln/>
        </p:spPr>
      </p:sp>
      <p:sp>
        <p:nvSpPr>
          <p:cNvPr id="9" name="Shape 7"/>
          <p:cNvSpPr/>
          <p:nvPr/>
        </p:nvSpPr>
        <p:spPr>
          <a:xfrm>
            <a:off x="4507992" y="1371600"/>
            <a:ext cx="3584448" cy="1554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4등급 배지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· 희귀 · 특별 · 프리미어 + 시즌 한정 변형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73152" cy="1554480"/>
          </a:xfrm>
          <a:prstGeom prst="rect">
            <a:avLst/>
          </a:prstGeom>
          <a:solidFill>
            <a:srgbClr val="2A5CD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94192" y="1371600"/>
            <a:ext cx="3584448" cy="1554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&amp; 칭호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Lv1~99 + 8종 칭호 (동네 탐험가 → 전설의 여행자)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73152" cy="1554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154680"/>
            <a:ext cx="3584448" cy="1554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/ 확인 이원화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일반은 토스트, 특별은 풀스크린 모달로 소장 가치 강화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154680"/>
            <a:ext cx="73152" cy="1554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07992" y="3154680"/>
            <a:ext cx="3584448" cy="1554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기반 추천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634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 · 연계 · 희소성 · 시즌 기반 다음 명소 제안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3154680"/>
            <a:ext cx="73152" cy="1554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Shape 27"/>
          <p:cNvSpPr/>
          <p:nvPr/>
        </p:nvSpPr>
        <p:spPr>
          <a:xfrm>
            <a:off x="8394192" y="3154680"/>
            <a:ext cx="3584448" cy="1554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배지 (V1.1+)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496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컬렉션에 ??? 로 노출되는 발견의 즐거움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데모에서는 1~5번을 직접 확인하실 수 있습니다.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46120" y="59436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46120" y="5943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59436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A3A8C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5943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탐험 맵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59436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5943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35240" y="59436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/>
        </p:spPr>
      </p:sp>
      <p:sp>
        <p:nvSpPr>
          <p:cNvPr id="41" name="Text 39"/>
          <p:cNvSpPr/>
          <p:nvPr/>
        </p:nvSpPr>
        <p:spPr>
          <a:xfrm>
            <a:off x="7635240" y="5943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더보기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알토대학원 ASSIST 벤처 스타트업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/ 2026-05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데모를 보여드립니다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알토 수업 발표용 웹 데모 · 3일 만에 직접 만들었습니다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9436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B8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317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alexsong0674.github.io/Voyna-Demo/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로그인 — 본인 계정으로 즉시 시작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657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탐험 맵 진입 — 카카오맵 + 서울 명소 31개 마커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✈️ 텔레포트 → "ASSIST 강의실" 선택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5720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 배지 (금색) 자동 획득 + 레벨업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컬렉션 — 9개 사진 배지 + 회색 자물쇠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173736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휴대폰으로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접속</a:t>
            </a:r>
            <a:endParaRPr lang="en-US" sz="1600" dirty="0"/>
          </a:p>
        </p:txBody>
      </p:sp>
      <p:pic>
        <p:nvPicPr>
          <p:cNvPr id="24" name="Image 0" descr="C:\Users\송 하 준\Documents\알토대학원\수업과제\벤처 스타트업\기획서\.claude\worktrees\hungry-austin-6b4740\Voyna_라이브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697480"/>
            <a:ext cx="3017520" cy="30175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955280" y="5806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앱으로 스캔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 ASSIST 벤처 스타트업 발표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블루오션 — 직접 경쟁사 없음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영역 사례와 Voyna의 위치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594360"/>
          </a:xfrm>
          <a:prstGeom prst="rect">
            <a:avLst/>
          </a:prstGeom>
          <a:solidFill>
            <a:srgbClr val="1A3A8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828800"/>
            <a:ext cx="2560320" cy="594360"/>
          </a:xfrm>
          <a:prstGeom prst="rect">
            <a:avLst/>
          </a:prstGeom>
          <a:solidFill>
            <a:srgbClr val="1A3A8C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0" y="1828800"/>
            <a:ext cx="3931920" cy="594360"/>
          </a:xfrm>
          <a:prstGeom prst="rect">
            <a:avLst/>
          </a:prstGeom>
          <a:solidFill>
            <a:srgbClr val="1A3A8C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1828800"/>
            <a:ext cx="3017520" cy="594360"/>
          </a:xfrm>
          <a:prstGeom prst="rect">
            <a:avLst/>
          </a:prstGeom>
          <a:solidFill>
            <a:srgbClr val="1A3A8C"/>
          </a:solidFill>
          <a:ln/>
        </p:spPr>
      </p:sp>
      <p:sp>
        <p:nvSpPr>
          <p:cNvPr id="11" name="Text 9"/>
          <p:cNvSpPr/>
          <p:nvPr/>
        </p:nvSpPr>
        <p:spPr>
          <a:xfrm>
            <a:off x="9281160" y="1828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Voyna와의 차이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23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포켓몬GO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42316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GPS+수집 게임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242316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423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전용, 여행 가이드 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242316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423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여행 → 자산화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1031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트랭글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51760" y="3017520"/>
            <a:ext cx="25603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 GPS 인증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12080" y="3017520"/>
            <a:ext cx="39319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017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 한정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3017520"/>
            <a:ext cx="30175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전체로 확장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대항해시대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51760" y="361188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탐험 RPG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12080" y="361188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세계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0" y="361188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실재 명소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4206240"/>
            <a:ext cx="21031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206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Foursquare/Swarm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51760" y="4206240"/>
            <a:ext cx="25603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체크인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12080" y="4206240"/>
            <a:ext cx="39319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노후, 게임화 약함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144000" y="4206240"/>
            <a:ext cx="301752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4206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풀게임화 + 컬렉션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480060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800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KTO 도장투어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651760" y="48006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스탬프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212080" y="480060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800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단발 이벤트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144000" y="480060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81160" y="4800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운영 + 통합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6D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강점: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전체 게임화 · 자동/확인 이원화 · B2B 가맹 배지 · 글로벌 확장 가능한 짧은 이름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알토대학원 ASSIST 벤처 스타트업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/ 2026-05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 로드맵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5단계로 나눠 점진적으로 매출을 확장한다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106424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· 0~4개월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90472" y="3721608"/>
            <a:ext cx="237744" cy="237744"/>
          </a:xfrm>
          <a:prstGeom prst="ellipse">
            <a:avLst/>
          </a:prstGeom>
          <a:solidFill>
            <a:srgbClr val="D1D5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605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3,000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(확보)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82880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6B8FE8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8288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P1.5 · 4~6개월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30752" y="3721608"/>
            <a:ext cx="237744" cy="237744"/>
          </a:xfrm>
          <a:prstGeom prst="ellipse">
            <a:avLst/>
          </a:prstGeom>
          <a:solidFill>
            <a:srgbClr val="6B8F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41605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도입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4526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50~150만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182880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2A5CDC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8288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· 6~12개월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71032" y="3721608"/>
            <a:ext cx="237744" cy="237744"/>
          </a:xfrm>
          <a:prstGeom prst="ellipse">
            <a:avLst/>
          </a:prstGeom>
          <a:solidFill>
            <a:srgbClr val="2A5CD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41605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전환 5%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4526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Voyna+ 2,900원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35240" y="182880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1A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18288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· 12~24개월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11312" y="3721608"/>
            <a:ext cx="237744" cy="237744"/>
          </a:xfrm>
          <a:prstGeom prst="ellipse">
            <a:avLst/>
          </a:prstGeom>
          <a:solidFill>
            <a:srgbClr val="1A3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41605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+ 굿즈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69480" y="4526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MRR 500만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75520" y="182880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18288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· 24개월+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451592" y="3721608"/>
            <a:ext cx="237744" cy="237744"/>
          </a:xfrm>
          <a:prstGeom prst="ellipse">
            <a:avLst/>
          </a:prstGeom>
          <a:solidFill>
            <a:srgbClr val="D4A0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41605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진출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09760" y="4526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인바운드 + 커미션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목표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3,000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0040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 3개월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10,000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3504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 6개월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MRR 500만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6968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 12개월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알토대학원 ASSIST 벤처 스타트업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/ 2026-05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 (2026.05 기준)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947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기획서 v2.0 작성 (15 섹션)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359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알토 수업 데모 웹 앱 라이브 출시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770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30곳 명소 좌표 · 메타데이터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 강의실 좌표 등록 (시연 핵심)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593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 실사 배지 이미지 큐레이션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Google OAuth (redirect)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416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JS SDK + 도메인 화이트리스트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828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자동 배포 파이프라인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239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시연 스크립트 (5분 30초 동선)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128016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마일스톤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1965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19293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도메인·상표권 출원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voyna.app / voyna.co.kr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2569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Developer 계정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$99/년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3209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FlutterFlow + Supabase MVP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일정 착수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886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38496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50명 베타 모집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208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D-30 시점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526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20840" y="44897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출시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084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D-90 (12주차)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5166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C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20840" y="5129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배지 모드 (V1.1+)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20840" y="5440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동기부여 곡선 다층화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Voyna · 알토대학원 ASSIST 벤처 스타트업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AlexSong0674 / 2026-05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"발걸음이 자산이 되는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여행 방식, Voyna."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언제든 환영합니다.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</a:rPr>
              <a:t>데모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alexsong0674.github.io/Voyna-Demo/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</a:rPr>
              <a:t>기획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github.com/AlexSong0674/test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</a:rPr>
              <a:t>연락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alexsong0674@gmail.com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320040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C:\Users\송 하 준\Documents\알토대학원\수업과제\벤처 스타트업\기획서\.claude\worktrees\hungry-austin-6b4740\Voyna_라이브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3383280"/>
            <a:ext cx="2834640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체험해 보세요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ASSIST Graduate School (벤처 스타트업 과제)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Voyna — GPS 기반 여행 인증 배지 앱</dc:title>
  <dc:subject>Voyna 사업 발표</dc:subject>
  <dc:creator>AlexSong0674</dc:creator>
  <cp:lastModifiedBy>AlexSong0674</cp:lastModifiedBy>
  <cp:revision>1</cp:revision>
  <dcterms:created xsi:type="dcterms:W3CDTF">2026-05-15T02:27:40Z</dcterms:created>
  <dcterms:modified xsi:type="dcterms:W3CDTF">2026-05-15T02:27:40Z</dcterms:modified>
</cp:coreProperties>
</file>